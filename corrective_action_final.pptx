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0" y="2267712"/>
            <a:ext cx="9144000" cy="28803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487168"/>
            <a:ext cx="6949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487168"/>
            <a:ext cx="6949440" cy="347472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8716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심사 지적 품목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852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255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 (2026. 7. 9) 외관 검사항목 누락 지적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404164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059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04672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87782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04672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804672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7528" y="87782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67528" y="120700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737360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3736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181051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3969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737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737360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73736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67528" y="181051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67528" y="213969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7004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670048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67004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" y="274320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" y="30723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67004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670048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267004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274320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30723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0273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602736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602736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67588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2688" y="400507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(7월~8월)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60273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602736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3602736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67528" y="367588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67528" y="400507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804672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402336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04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" y="1298448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64208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1645920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" y="1810512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1810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64208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" y="2157984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" y="2322576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" y="23225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64208" y="2322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" y="2670048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" y="2834640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64208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" y="3182112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" y="3346704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33467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64208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" y="3694176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" y="3858768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64208" y="3858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804672"/>
            <a:ext cx="440740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804672"/>
            <a:ext cx="4407408" cy="365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804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90288" y="1316736"/>
            <a:ext cx="4187952" cy="1389888"/>
          </a:xfrm>
          <a:prstGeom prst="rect">
            <a:avLst/>
          </a:prstGeom>
          <a:solidFill>
            <a:srgbClr val="FED7D7"/>
          </a:solidFill>
          <a:ln w="1524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1728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미보고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81728" y="190195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90288" y="2916936"/>
            <a:ext cx="4187952" cy="1389888"/>
          </a:xfrm>
          <a:prstGeom prst="rect">
            <a:avLst/>
          </a:prstGeom>
          <a:solidFill>
            <a:srgbClr val="FEEBC8"/>
          </a:solidFill>
          <a:ln w="15240">
            <a:solidFill>
              <a:srgbClr val="C056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81728" y="3191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81728" y="350215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 자체가 이루어지지 않음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요약: 개선품 리비전으로 구버전 기준서가 미갱신된 상태에서 입고 부재로 인해 점검 기회를 놓쳐 누락됨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93392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389888" y="1901952"/>
            <a:ext cx="237744" cy="237744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7373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86000"/>
            <a:ext cx="1737360" cy="347472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SQM팀 등록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(외관 사진 항목 누락 상태)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1901952"/>
            <a:ext cx="237744" cy="237744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17373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2286000"/>
            <a:ext cx="1737360" cy="34747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출시 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기준서 등록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13248" y="1901952"/>
            <a:ext cx="237744" cy="23774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17373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86000"/>
            <a:ext cx="1737360" cy="3474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중단으로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검토 기회 소멸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24928" y="1901952"/>
            <a:ext cx="237744" cy="237744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2286000"/>
            <a:ext cx="1737360" cy="2176272"/>
          </a:xfrm>
          <a:prstGeom prst="rect">
            <a:avLst/>
          </a:prstGeom>
          <a:solidFill>
            <a:srgbClr val="FED7D7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2286000"/>
            <a:ext cx="1737360" cy="347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심사에서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항목 누락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인지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77240"/>
            <a:ext cx="8631936" cy="329184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원인: 검사기준서 외관 항목 누락 상태에서 절차 미준수로 검사 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4160520" cy="3246120"/>
          </a:xfrm>
          <a:prstGeom prst="rect">
            <a:avLst/>
          </a:prstGeom>
          <a:solidFill>
            <a:srgbClr val="FED7D7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34440"/>
            <a:ext cx="4160520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1801368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74650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셰플러에서 제공한 기준서 내 외관 검사항목이 누락된 상태로 SQM팀에 등록됨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" y="2697480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6426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기준서의 외관 항목이 업데이트되지 않았음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3593592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35387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45152" y="1234440"/>
            <a:ext cx="4160520" cy="3246120"/>
          </a:xfrm>
          <a:prstGeom prst="rect">
            <a:avLst/>
          </a:prstGeom>
          <a:solidFill>
            <a:srgbClr val="FEEBC8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1234440"/>
            <a:ext cx="416052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82312" y="1801368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4992624" y="174650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82312" y="2697480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4992624" y="26426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82312" y="3593592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5" name="Text 23"/>
          <p:cNvSpPr/>
          <p:nvPr/>
        </p:nvSpPr>
        <p:spPr>
          <a:xfrm>
            <a:off x="4992624" y="35387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직접 원인은 절차적 미준수와 기준서 완전성 검증 부재가 복합적으로 작용한 결과입니다.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77240"/>
            <a:ext cx="8631936" cy="329184"/>
          </a:xfrm>
          <a:prstGeom prst="rect">
            <a:avLst/>
          </a:prstGeom>
          <a:solidFill>
            <a:srgbClr val="FEFCB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원인: 입고 빈도 기반 관리 체계의 구조적 한계 및 기록 프로세스 부재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43200" cy="3200400"/>
          </a:xfrm>
          <a:prstGeom prst="rect">
            <a:avLst/>
          </a:prstGeom>
          <a:solidFill>
            <a:srgbClr val="FEFCBF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43584"/>
            <a:ext cx="2743200" cy="502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618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1938528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18836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입고되지 않는 자재는 실물 검사 기회가 없어 기준서 점검 주기에서 자동 제외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3108960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3054096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주요 입고 품목 위주로 확인되어 미입고 품목은 사실상 사각지대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243584"/>
            <a:ext cx="2743200" cy="3200400"/>
          </a:xfrm>
          <a:prstGeom prst="rect">
            <a:avLst/>
          </a:prstGeom>
          <a:solidFill>
            <a:srgbClr val="FEEBC8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243584"/>
            <a:ext cx="274320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2618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1938528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18836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3108960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3054096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체계가 없어 미처리 건이 누적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1243584"/>
            <a:ext cx="2743200" cy="3200400"/>
          </a:xfrm>
          <a:prstGeom prst="rect">
            <a:avLst/>
          </a:prstGeom>
          <a:solidFill>
            <a:srgbClr val="EBF8FF"/>
          </a:solidFill>
          <a:ln w="19050">
            <a:solidFill>
              <a:srgbClr val="4299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1243584"/>
            <a:ext cx="2743200" cy="50292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12618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81928" y="1938528"/>
            <a:ext cx="164592" cy="164592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8836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81928" y="3108960"/>
            <a:ext cx="164592" cy="164592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054096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세 가지 원인이 복합 작용하여 누락이 탐지되지 않는 구조적 취약점을 형성하였습니다.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49808"/>
            <a:ext cx="1463040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64792" y="749808"/>
            <a:ext cx="3291840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749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749808"/>
            <a:ext cx="1508760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7498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56832" y="749808"/>
            <a:ext cx="1088136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74980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90688" y="749808"/>
            <a:ext cx="1078992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7498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115568"/>
            <a:ext cx="861364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353312"/>
            <a:ext cx="1280160" cy="310896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3533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37944" y="117043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완료 확인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2352" y="1115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111556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45552" y="1371600"/>
            <a:ext cx="969264" cy="274320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13716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1938528"/>
            <a:ext cx="8613648" cy="7863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176272"/>
            <a:ext cx="1280160" cy="310896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1762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37944" y="199339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02352" y="193852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56832" y="193852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2026.7.31~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45552" y="2194560"/>
            <a:ext cx="969264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2194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2761488"/>
            <a:ext cx="861364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999232"/>
            <a:ext cx="1280160" cy="310896"/>
          </a:xfrm>
          <a:prstGeom prst="rect">
            <a:avLst/>
          </a:prstGeom>
          <a:solidFill>
            <a:srgbClr val="FEFCB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9992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37944" y="281635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기준서 월간 전수 점검 실시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품목 발생 시 구버전 기준서 동시 점검 의무화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276148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56832" y="276148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45552" y="3017520"/>
            <a:ext cx="969264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301752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3584448"/>
            <a:ext cx="8613648" cy="7863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822192"/>
            <a:ext cx="1280160" cy="310896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837944" y="363931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입고검사 보고서 작성 — 입고품 검사소요시간·특이사항 데일리 업데이트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측정의뢰 건 별도 기록 — 의뢰일·완료일·소요시간·결과 관리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2352" y="358444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56832" y="358444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45552" y="3840480"/>
            <a:ext cx="969264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38404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흐름:  기준서 이상 감지  →  담당자 서면 요청  →  기준서 업데이트  →  확인 및 완료 보고  →  이력 기록 보존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68096"/>
            <a:ext cx="4069080" cy="34747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7680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(현행 — 문제 구조)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38404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07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62763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55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217627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30428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27249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85292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52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" y="327355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40156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01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미확인·기록 없음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" y="38221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95020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50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1097280"/>
            <a:ext cx="274320" cy="33375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370832" y="26060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18888" y="768096"/>
            <a:ext cx="406908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7680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(개선 후)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0328" y="120700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1207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월간 점검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0328" y="162763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10328" y="175564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1755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동시 점검 의무화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10328" y="217627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10328" y="230428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10328" y="27249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10328" y="285292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2852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확인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0328" y="327355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10328" y="340156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3401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기록·보존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10328" y="38221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0328" y="395020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01768" y="3950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일일 입고검사 보고서·측정의뢰 현황 데일리 업데이트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49808"/>
            <a:ext cx="169164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93392" y="749808"/>
            <a:ext cx="150876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749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2주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~7월 4주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47872" y="749808"/>
            <a:ext cx="150876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749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1주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~8월 2주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02352" y="749808"/>
            <a:ext cx="150876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749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3주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~8월 4주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56832" y="749808"/>
            <a:ext cx="109728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749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0688" y="749808"/>
            <a:ext cx="1078992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74980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170432"/>
            <a:ext cx="861364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17043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 항목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보완·확인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84832" y="1307592"/>
            <a:ext cx="1325880" cy="34747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1" name="Text 19"/>
          <p:cNvSpPr/>
          <p:nvPr/>
        </p:nvSpPr>
        <p:spPr>
          <a:xfrm>
            <a:off x="2084832" y="1307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56832" y="11704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45552" y="1353312"/>
            <a:ext cx="969264" cy="256032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13533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828800"/>
            <a:ext cx="8613648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82880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84832" y="1965960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2084832" y="19659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39312" y="1965960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0" name="Text 28"/>
          <p:cNvSpPr/>
          <p:nvPr/>
        </p:nvSpPr>
        <p:spPr>
          <a:xfrm>
            <a:off x="3639312" y="19659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56832" y="18288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45552" y="2011680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201168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2487168"/>
            <a:ext cx="861364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248716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39312" y="2624328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3639312" y="2624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93792" y="2624328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9" name="Text 37"/>
          <p:cNvSpPr/>
          <p:nvPr/>
        </p:nvSpPr>
        <p:spPr>
          <a:xfrm>
            <a:off x="5193792" y="2624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56832" y="24871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45552" y="2670048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45552" y="267004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3145536"/>
            <a:ext cx="8613648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314553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수립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3282696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6" name="Text 44"/>
          <p:cNvSpPr/>
          <p:nvPr/>
        </p:nvSpPr>
        <p:spPr>
          <a:xfrm>
            <a:off x="3639312" y="3282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93792" y="3282696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48" name="Text 46"/>
          <p:cNvSpPr/>
          <p:nvPr/>
        </p:nvSpPr>
        <p:spPr>
          <a:xfrm>
            <a:off x="5193792" y="3282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56832" y="31455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45552" y="3328416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3284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3803904"/>
            <a:ext cx="861364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80390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보고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운영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084832" y="3941064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5" name="Text 53"/>
          <p:cNvSpPr/>
          <p:nvPr/>
        </p:nvSpPr>
        <p:spPr>
          <a:xfrm>
            <a:off x="2084832" y="3941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39312" y="3941064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57" name="Text 55"/>
          <p:cNvSpPr/>
          <p:nvPr/>
        </p:nvSpPr>
        <p:spPr>
          <a:xfrm>
            <a:off x="3639312" y="3941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93792" y="3941064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59" name="Text 57"/>
          <p:cNvSpPr/>
          <p:nvPr/>
        </p:nvSpPr>
        <p:spPr>
          <a:xfrm>
            <a:off x="5193792" y="3941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56832" y="38039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45552" y="3986784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45552" y="39867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28일  |  월간 점검 결과는 매월 말 SQM팀에 보고 예정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D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7465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50008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00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2404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입고검사 보고서와 측정의뢰 현황을 데일리로 기록·관리하여 이력을 추적하겠습니다.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08376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0837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 점검하는 절차를 준수하겠습니다.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66744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667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721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4315968"/>
            <a:ext cx="4572000" cy="512064"/>
          </a:xfrm>
          <a:prstGeom prst="rect">
            <a:avLst/>
          </a:prstGeom>
          <a:solidFill>
            <a:srgbClr val="1A2F55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3159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D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담당: 김종선 대리  |  2026. 7. 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2026-07-31T02:51:09Z</dcterms:created>
  <dcterms:modified xsi:type="dcterms:W3CDTF">2026-07-31T02:51:09Z</dcterms:modified>
</cp:coreProperties>
</file>