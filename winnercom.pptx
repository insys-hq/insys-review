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 초안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연구개발실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(독립 검사기 예시)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연계 (딥러닝 검사 확인 후)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안착부터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10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기종별 검사 지그에 PCB 안착 시 바코드가 상부로 향하고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항상 동일 위치에 오도록 지그 설계 필요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804672"/>
          </a:xfrm>
          <a:prstGeom prst="roundRect">
            <a:avLst>
              <a:gd name="adj" fmla="val 681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8712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05472" y="3163824"/>
            <a:ext cx="1444752" cy="237744"/>
          </a:xfrm>
          <a:prstGeom prst="roundRect">
            <a:avLst>
              <a:gd name="adj" fmla="val 11538"/>
            </a:avLst>
          </a:prstGeom>
          <a:solidFill>
            <a:srgbClr val="FECACA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3163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추후 옵션 — 독립 검사기 구조 시 가능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 —  독립적인 검사기 예시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 (딥러닝 검사 확인 후)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1호기는 딥러닝 검출력 검증에 집중, 자동화 기능은 효과 확인 후 협의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24128"/>
            <a:ext cx="8412480" cy="402336"/>
          </a:xfrm>
          <a:prstGeom prst="roundRect">
            <a:avLst>
              <a:gd name="adj" fmla="val 15909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2412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상호 비용·시간 부담을 최소화하고 빠른 효과 검증을 위해, 1호기는 딥러닝 양불 판정 검증 전용으로 제작합니다.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  —  1호기 (검증 전용)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투입·배출·스캔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90195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수작업 진행 (자동화 미적용)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548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검사기 구현 범위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90195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양불 판정 기능만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목표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0195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이상의 검출력 확인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7548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548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기간 단축 · 투자 비용 최소화 · 빠른 효과 검증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6344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  —  기능 확장 (효과 확인 후 협의)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7316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4632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투입·배출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19963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연계, 자동 이송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7316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4632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자동 스캔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9963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 · MES 연동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7316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4632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자동 분리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963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자동 분리 배출 구조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7316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결과 확인 후 범위·일정·비용 별도 협의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17136" y="2249424"/>
            <a:ext cx="109728" cy="18288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8087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087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9319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706880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780032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295144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95144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807464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121152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94304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709416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09416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21736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35424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08576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123688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23688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636008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949696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22848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537960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50280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시범 적용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363968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43712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795223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95223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46455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검출력 검증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6576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6576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1780032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1780032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 분류 1~2주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3194304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3194304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검증기 사양 협의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4608576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4608576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전용 단순 구조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022848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6022848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병행 운영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743712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743712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대비 비교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365760" y="4261104"/>
            <a:ext cx="8412480" cy="384048"/>
          </a:xfrm>
          <a:prstGeom prst="roundRect">
            <a:avLst>
              <a:gd name="adj" fmla="val 1666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548640" y="426110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제작 기간 약 3~4주  ·  시범 적용 후 검출력 검증  →  결과 기반으로 자동화 확장 여부 결정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연구개발실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2026-07-27T04:59:05Z</dcterms:created>
  <dcterms:modified xsi:type="dcterms:W3CDTF">2026-07-27T04:59:05Z</dcterms:modified>
</cp:coreProperties>
</file>