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(검사기 예시 2종)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모델 — 임대 방식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365760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75488" y="373989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73989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인시스인가?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안정화가 관건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검사는 방향은 분명하나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학습·검출력 안정화 과정이 성패를 가릅니다.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파트너십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검사기 개발·납품 실적을 보유한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엔지니어사와 전략적 협약을 맺고 있습니다.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빠른 결과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노하우로 시행착오를 줄여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검출력을 조기에 확보합니다.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독립형 / 작업대형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50392"/>
            <a:ext cx="4206240" cy="35716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4498848"/>
            <a:ext cx="4206240" cy="310896"/>
          </a:xfrm>
          <a:prstGeom prst="roundRect">
            <a:avLst>
              <a:gd name="adj" fmla="val 20588"/>
            </a:avLst>
          </a:prstGeom>
          <a:solidFill>
            <a:srgbClr val="12233F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74320" y="44988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독립형 검사기 (스탠드 일체형)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34440"/>
            <a:ext cx="4206240" cy="280812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663440" y="4498848"/>
            <a:ext cx="4206240" cy="310896"/>
          </a:xfrm>
          <a:prstGeom prst="roundRect">
            <a:avLst>
              <a:gd name="adj" fmla="val 20588"/>
            </a:avLst>
          </a:prstGeom>
          <a:solidFill>
            <a:srgbClr val="12233F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663440" y="44988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작업대형 검사기 (검사부 + 작업대 분리)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검사기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축적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장비로 딥러닝 검출력을 먼저 확인, 양산 검사기는 고객 요구사항 반영 제작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검증 장비는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검증 장비 (검출력 검증)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 제작 약 3~4주  ·  검출력 검증 후  →  고객 요구사항 반영한 양산 검사기 제작·제공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모델 — 부담 없는 임대 방식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인시스가 투자·제작하고 위너콤은 임대로 사용합니다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548640"/>
          </a:xfrm>
          <a:prstGeom prst="roundRect">
            <a:avLst>
              <a:gd name="adj" fmla="val 11667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인시스가 검사기를 투자·제작하여 임대 제공 — 위너콤은 초기 설비 투자 부담 없이 딥러닝 검사 효과부터 확인하실 수 있습니다.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2064" y="2011680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19568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투자 없음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0704" y="22128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구매 부담 없이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임대료만으로 도입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724912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2064" y="2907792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🛡️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60704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 최소화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실패 시에도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고객사 손실 부담 최소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621024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" y="3803904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704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유지관리 포함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정기 점검·모델 재학습·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A/S를 임대료에 포함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1828800"/>
            <a:ext cx="3931920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46320" y="1828800"/>
            <a:ext cx="3931920" cy="402336"/>
          </a:xfrm>
          <a:prstGeom prst="roundRect">
            <a:avLst>
              <a:gd name="adj" fmla="val 1590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8288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 구성에 따른 임대료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74336" y="2340864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65776" y="23957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65776" y="26151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검사 + 수동 투입·배출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863840" y="2487168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248716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974336" y="2999232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065776" y="3054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표준형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65776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 + 바코드 자동 스캔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863840" y="3145536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0" y="31455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974336" y="3657600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065776" y="3712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고급형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65776" y="3931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표준형 + NG 자동 분리 + MES 연동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863840" y="3803904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38039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572000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48640" y="45720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검증기로 부담 없이 시작  →  검증 후 필요한 기능만 선택하여 양산형으로 전환  →  기능 범위에 따라 임대료 조정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인시스로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 제작·검증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검증 장비 제작 후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검출력 검증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검사기 제공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완료 후 고객 요구사항을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반영한 양산 검사기 제작·제공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연구개발실  |  담당: 이사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2026-07-28T00:00:49Z</dcterms:created>
  <dcterms:modified xsi:type="dcterms:W3CDTF">2026-07-28T00:00:49Z</dcterms:modified>
</cp:coreProperties>
</file>