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연구개발실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(독립 검사기 예시)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모델 — 임대 방식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65760" y="365760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75488" y="373989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2960" y="373989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인시스인가?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안정화가 관건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검사는 방향은 분명하나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학습·검출력 안정화 과정이 성패를 가릅니다.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파트너십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검사기 개발·납품 실적을 보유한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엔지니어사와 전략적 협약을 맺고 있습니다.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빠른 결과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노하우로 시행착오를 줄여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 검출력을 조기에 확보합니다.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독립적인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2707" y="438912"/>
            <a:ext cx="5518678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1호기는 딥러닝 검출력 검증에 집중, 자동화 기능은 효과 확인 후 협의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2412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상호 비용·시간 부담을 최소화하고 빠른 효과 검증을 위해, 1호기는 딥러닝 양불 판정 검증 전용으로 제작합니다.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  —  1호기 (검증 전용)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투입·배출·스캔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0195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수작업 진행 (자동화 미적용)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구현 범위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0195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양불 판정 기능만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목표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0195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이상의 검출력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기간 단축 · 투자 비용 최소화 · 빠른 효과 검증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  —  기능 확장 (효과 확인 후 협의)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7316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9963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연계, 자동 이송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자동 스캔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963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 · MES 연동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자동 분리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963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자동 분리 배출 구조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7316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결과 확인 후 범위·일정·비용 별도 협의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17136" y="2249424"/>
            <a:ext cx="109728" cy="18288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8087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87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706880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80032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95144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807464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21152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4304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709416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09416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21736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35424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8576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123688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3688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36008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949696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22848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537960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50280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적용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63968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3712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95223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223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46455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검증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6576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780032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780032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 분류 1~2주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194304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194304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 사양 협의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08576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608576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전용 단순 구조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22848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022848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병행 운영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43712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43712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비교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65760" y="4261104"/>
            <a:ext cx="8412480" cy="384048"/>
          </a:xfrm>
          <a:prstGeom prst="roundRect">
            <a:avLst>
              <a:gd name="adj" fmla="val 1666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제작 기간 약 3~4주  ·  시범 적용 후 검출력 검증  →  결과 기반으로 자동화 확장 여부 결정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모델 — 부담 없는 임대 방식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인시스가 투자·제작하고 위너콤은 임대로 사용합니다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548640"/>
          </a:xfrm>
          <a:prstGeom prst="roundRect">
            <a:avLst>
              <a:gd name="adj" fmla="val 11667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인시스가 검사기를 투자·제작하여 임대 제공 — 위너콤은 초기 설비 투자 부담 없이 딥러닝 검사 효과부터 확인하실 수 있습니다.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12064" y="2011680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0704" y="19568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투자 없음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0704" y="22128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구매 부담 없이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임대료만으로 도입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724912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12064" y="2907792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2907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🛡️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60704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 최소화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0704" y="3108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실패 시에도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고객사 손실 부담 최소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621024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2064" y="3803904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60704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유지관리 포함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정기 점검·모델 재학습·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A/S를 임대료에 포함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1828800"/>
            <a:ext cx="3931920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46320" y="1828800"/>
            <a:ext cx="3931920" cy="402336"/>
          </a:xfrm>
          <a:prstGeom prst="roundRect">
            <a:avLst>
              <a:gd name="adj" fmla="val 1590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8288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 구성에 따른 임대료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74336" y="2340864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65776" y="23957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65776" y="26151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검사 + 수동 투입·배출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863840" y="2487168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248716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974336" y="2999232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EEF6F4"/>
          </a:solidFill>
          <a:ln w="12700">
            <a:solidFill>
              <a:srgbClr val="EEF6F4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065776" y="3054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표준형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65776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 + 바코드 자동 스캔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863840" y="3145536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0" y="31455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974336" y="3657600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EEF6F4"/>
          </a:solidFill>
          <a:ln w="12700">
            <a:solidFill>
              <a:srgbClr val="EEF6F4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065776" y="3712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고급형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65776" y="3931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표준형 + NG 자동 분리 + MES 연동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863840" y="3803904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63840" y="380390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4572000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48640" y="457200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검증기로 부담 없이 시작  →  검증 후 필요한 기능만 선택하여 양산형으로 전환  →  기능 범위에 따라 임대료 조정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연구개발실  |  담당: 이사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2026-07-27T23:04:31Z</dcterms:created>
  <dcterms:modified xsi:type="dcterms:W3CDTF">2026-07-27T23:04:31Z</dcterms:modified>
</cp:coreProperties>
</file>