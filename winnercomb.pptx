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466344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477316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10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12064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A1628"/>
          </a:solidFill>
          <a:ln w="12700">
            <a:solidFill>
              <a:srgbClr val="0A162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420624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설비 컨셉트 이미지</a:t>
            </a:r>
            <a:endParaRPr lang="en-US" sz="18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57229" y="438912"/>
            <a:ext cx="7029450" cy="46863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3661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3661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5488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48102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48102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115922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79930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52544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52544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820363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884371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6986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56986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524805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588813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61427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61427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229246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293254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576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(딥러닝 누적 학습)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5720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0040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29184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9184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29184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03504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12648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612648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확보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612648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2026-07-17T07:47:54Z</dcterms:created>
  <dcterms:modified xsi:type="dcterms:W3CDTF">2026-07-17T07:47:54Z</dcterms:modified>
</cp:coreProperties>
</file>