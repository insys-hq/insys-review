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307592"/>
            <a:ext cx="6858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 제안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290779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30352" y="3291840"/>
            <a:ext cx="548640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4381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6941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생산팀  |  2026년 7월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EL+DL vs PC 딥러닝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EL+DL vs PC 기반 딥러닝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개발자 관점 — 검사 복잡도에 따른 최적 구성 선택 가이드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493776"/>
          </a:xfrm>
          <a:prstGeom prst="roundRect">
            <a:avLst>
              <a:gd name="adj" fmla="val 12963"/>
            </a:avLst>
          </a:prstGeom>
          <a:solidFill>
            <a:srgbClr val="1B3A6B"/>
          </a:solidFill>
          <a:ln w="12700">
            <a:solidFill>
              <a:srgbClr val="2E5EA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78992"/>
            <a:ext cx="8046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💡  현재 사용 중인 스마트 카메라도 옵션에 따라 딥러닝(EL+DL)을 지원합니다. 검사 복잡도와 속도 요건에 따라 최적 구성이 달라집니다.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1682496"/>
            <a:ext cx="4114800" cy="3346704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682496"/>
            <a:ext cx="4114800" cy="402336"/>
          </a:xfrm>
          <a:prstGeom prst="roundRect">
            <a:avLst>
              <a:gd name="adj" fmla="val 15909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682496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 EL + DL 옵션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3776" y="2176272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85216" y="2203704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간단한 외관검사에 효율적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85216" y="2404872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PC 없이 카메라 단독으로 딥러닝 검사 구성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설치·운영이 간편하고 비용 부담이 낮음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93776" y="2834640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85216" y="2862072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내부 CPU 처리 — 학습량 제한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5216" y="3063240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내장 CPU를 사용하므로 대용량 학습 데이터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적용이 어려워 디테일한 불량 유형 학습에 한계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93776" y="3493008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85216" y="3520440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복잡한 불량 검출 어려움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5216" y="3721608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부족으로 미세·복합 불량 등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경계가 모호한 유형은 검출 정확도가 떨어짐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93776" y="4151376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5216" y="4178808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단순 검사 사이클 속도 유리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5216" y="4379976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추론 연산이 가볍고 처리 지연이 적어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고속 라인의 단순 항목 검사에 적합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352544" y="2834640"/>
            <a:ext cx="530352" cy="5303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52544" y="28346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0" y="1682496"/>
            <a:ext cx="3749040" cy="3346704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029200" y="1682496"/>
            <a:ext cx="3749040" cy="402336"/>
          </a:xfrm>
          <a:prstGeom prst="roundRect">
            <a:avLst>
              <a:gd name="adj" fmla="val 15909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0" y="1682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 기반 딥러닝  ★ 제안 방식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157216" y="2176272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248656" y="22037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대용량 학습 데이터 적용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248656" y="240487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PC로 수천~수만 장 이미지 학습 가능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미세·복합·모호한 불량 유형까지 정밀 검출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157216" y="2834640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248656" y="2862072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디테일한 검사 구현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248656" y="3063240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불량 유형을 고정밀로 학습·판별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안테나 외관검사 요건에 최적 대응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157216" y="3493008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5248656" y="3520440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상세 검사 시 추론 시간 증가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248656" y="3721608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복잡도가 높을수록 추론 시간이 길어짐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정밀도와 라인 속도의 균형 설계 필요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157216" y="4151376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248656" y="4178808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확장성·유지보수 우수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248656" y="4379976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업데이트·추가 학습이 자유롭고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MES·바코드 등 외부 시스템 연동 용이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65760" y="4736592"/>
            <a:ext cx="8412480" cy="292608"/>
          </a:xfrm>
          <a:prstGeom prst="roundRect">
            <a:avLst>
              <a:gd name="adj" fmla="val 2187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473659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외관 항목은 스마트 카메라 EL+DL로 충분 — 미세·복합 불량 정밀 검사는 PC 기반 딥러닝이 적합 — 검사 항목·속도·정밀도의 균형을 현장 확인 후 결정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스캔부터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28800"/>
            <a:ext cx="3438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공정 작업자가 케이블 바코드를 검사기에 설치된 고정 스캐너로 스캔 후 지그에 투입합니다.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288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 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65760" y="3712464"/>
            <a:ext cx="8412480" cy="658368"/>
          </a:xfrm>
          <a:prstGeom prst="roundRect">
            <a:avLst>
              <a:gd name="adj" fmla="val 972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8640" y="371246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4517" y="1225296"/>
            <a:ext cx="457200" cy="45720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4517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1480" y="173736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5488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139696"/>
            <a:ext cx="15032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38958" y="1225296"/>
            <a:ext cx="457200" cy="45720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38958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15922" y="173736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79930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139696"/>
            <a:ext cx="15032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43400" y="1225296"/>
            <a:ext cx="457200" cy="45720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43400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820363" y="173736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884371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139696"/>
            <a:ext cx="15032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47842" y="1225296"/>
            <a:ext cx="457200" cy="45720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47842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524805" y="173736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588813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139696"/>
            <a:ext cx="15032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52283" y="1225296"/>
            <a:ext cx="457200" cy="45720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52283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229246" y="173736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293254" y="208483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139696"/>
            <a:ext cx="15032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65760" y="2542032"/>
            <a:ext cx="2743200" cy="2546604"/>
          </a:xfrm>
          <a:prstGeom prst="roundRect">
            <a:avLst>
              <a:gd name="adj" fmla="val 2513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542032"/>
            <a:ext cx="2743200" cy="310896"/>
          </a:xfrm>
          <a:prstGeom prst="roundRect">
            <a:avLst>
              <a:gd name="adj" fmla="val 2058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57200" y="2926080"/>
            <a:ext cx="2560320" cy="678180"/>
          </a:xfrm>
          <a:prstGeom prst="roundRect">
            <a:avLst>
              <a:gd name="adj" fmla="val 9438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2980944"/>
            <a:ext cx="2414016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 (딥러닝 누적 학습)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7200" y="3659124"/>
            <a:ext cx="2560320" cy="678180"/>
          </a:xfrm>
          <a:prstGeom prst="roundRect">
            <a:avLst>
              <a:gd name="adj" fmla="val 9438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713988"/>
            <a:ext cx="2414016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4392168"/>
            <a:ext cx="2560320" cy="678180"/>
          </a:xfrm>
          <a:prstGeom prst="roundRect">
            <a:avLst>
              <a:gd name="adj" fmla="val 9438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447032"/>
            <a:ext cx="2414016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00400" y="2542032"/>
            <a:ext cx="2743200" cy="2546604"/>
          </a:xfrm>
          <a:prstGeom prst="roundRect">
            <a:avLst>
              <a:gd name="adj" fmla="val 25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542032"/>
            <a:ext cx="2743200" cy="310896"/>
          </a:xfrm>
          <a:prstGeom prst="roundRect">
            <a:avLst>
              <a:gd name="adj" fmla="val 2058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3291840" y="2926080"/>
            <a:ext cx="2560320" cy="678180"/>
          </a:xfrm>
          <a:prstGeom prst="roundRect">
            <a:avLst>
              <a:gd name="adj" fmla="val 9438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2980944"/>
            <a:ext cx="2414016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291840" y="3659124"/>
            <a:ext cx="2560320" cy="678180"/>
          </a:xfrm>
          <a:prstGeom prst="roundRect">
            <a:avLst>
              <a:gd name="adj" fmla="val 9438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713988"/>
            <a:ext cx="2414016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291840" y="4392168"/>
            <a:ext cx="2560320" cy="678180"/>
          </a:xfrm>
          <a:prstGeom prst="roundRect">
            <a:avLst>
              <a:gd name="adj" fmla="val 9438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447032"/>
            <a:ext cx="2414016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035040" y="2542032"/>
            <a:ext cx="2743200" cy="2546604"/>
          </a:xfrm>
          <a:prstGeom prst="roundRect">
            <a:avLst>
              <a:gd name="adj" fmla="val 2513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542032"/>
            <a:ext cx="2743200" cy="310896"/>
          </a:xfrm>
          <a:prstGeom prst="roundRect">
            <a:avLst>
              <a:gd name="adj" fmla="val 2058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126480" y="2926080"/>
            <a:ext cx="2560320" cy="678180"/>
          </a:xfrm>
          <a:prstGeom prst="roundRect">
            <a:avLst>
              <a:gd name="adj" fmla="val 9438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2980944"/>
            <a:ext cx="2414016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126480" y="3659124"/>
            <a:ext cx="2560320" cy="678180"/>
          </a:xfrm>
          <a:prstGeom prst="roundRect">
            <a:avLst>
              <a:gd name="adj" fmla="val 9438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713988"/>
            <a:ext cx="2414016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 데이터 확보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126480" y="4392168"/>
            <a:ext cx="2560320" cy="678180"/>
          </a:xfrm>
          <a:prstGeom prst="roundRect">
            <a:avLst>
              <a:gd name="adj" fmla="val 9438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447032"/>
            <a:ext cx="2414016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입수부터 현장 가동까지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7557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7557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48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79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9790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9790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45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170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902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22023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22023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68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293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24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90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415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46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46489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6489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12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537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69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58722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8722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635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660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91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70955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0955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757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제공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5779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779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분류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 이내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7902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902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구조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환경 확인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0024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024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조건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방식 협의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146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46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269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269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연계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391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391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생산팀 인수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3255264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&amp; 리포트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65760" y="35661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0" y="3255264"/>
            <a:ext cx="822960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3291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실사·사양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645920" y="35661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468880" y="3255264"/>
            <a:ext cx="2926080" cy="5669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개발·제작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468880" y="35661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94960" y="3255264"/>
            <a:ext cx="14630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설치·테스트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394960" y="35661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58000" y="3255264"/>
            <a:ext cx="10058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0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검증·인수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858000" y="35661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931920"/>
            <a:ext cx="8412480" cy="603504"/>
          </a:xfrm>
          <a:prstGeom prst="roundRect">
            <a:avLst>
              <a:gd name="adj" fmla="val 1060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48640" y="3931920"/>
            <a:ext cx="8046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 후 개발 착수부터 현장 가동까지  →  약 2개월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생산팀의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2026-07-16T00:51:48Z</dcterms:created>
  <dcterms:modified xsi:type="dcterms:W3CDTF">2026-07-16T00:51:48Z</dcterms:modified>
</cp:coreProperties>
</file>