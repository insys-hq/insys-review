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딥러닝 비전검사기 (자동차용 샤크 안테나 PCB) — 실제 사양은 현장 실사 후 확정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78992"/>
            <a:ext cx="8412480" cy="39730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2026-07-17T07:31:39Z</dcterms:created>
  <dcterms:modified xsi:type="dcterms:W3CDTF">2026-07-17T07:31:39Z</dcterms:modified>
</cp:coreProperties>
</file>