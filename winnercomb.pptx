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딥러닝 + 돔조명 조합인가?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돔조명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돔조명 — 반사·음영 제거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긁힘·핀홀·광택 이상까지 가시화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확산광으로 변화 영향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078224" y="3657600"/>
            <a:ext cx="464515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돔조명은 빛을 사방에서 균일하게 확산시켜 반사·음영을 제거합니다.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표면의 미세 긁힘·핀홀·광택 이상이 또렷하게 드러나 딥러닝 학습 정확도를 극대화합니다.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90672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90672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0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90672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090672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0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00400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090672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90672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0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32704" y="1078992"/>
            <a:ext cx="3145536" cy="3493008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32704" y="1078992"/>
            <a:ext cx="3145536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32704" y="10789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760720" y="1554480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852160" y="1591056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52160" y="1792224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760720" y="2084832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852160" y="212140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52160" y="23225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2615184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852160" y="26517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52160" y="285292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760720" y="3145536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852160" y="318211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852160" y="3383280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760720" y="3675888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852160" y="3712464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52160" y="3913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5373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5373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9814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29814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15922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34256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20363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8698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8698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24805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78992"/>
            <a:ext cx="1594714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78992"/>
            <a:ext cx="1594714" cy="14630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43139" y="124358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43139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9246" y="1755648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130552"/>
            <a:ext cx="1503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432304"/>
            <a:ext cx="2743200" cy="217627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432304"/>
            <a:ext cx="2743200" cy="329184"/>
          </a:xfrm>
          <a:prstGeom prst="roundRect">
            <a:avLst>
              <a:gd name="adj" fmla="val 19444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4323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834640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88036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401568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447288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3968496"/>
            <a:ext cx="2560320" cy="493776"/>
          </a:xfrm>
          <a:prstGeom prst="roundRect">
            <a:avLst>
              <a:gd name="adj" fmla="val 1296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014216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2026-07-15T01:26:25Z</dcterms:created>
  <dcterms:modified xsi:type="dcterms:W3CDTF">2026-07-15T01:26:25Z</dcterms:modified>
</cp:coreProperties>
</file>