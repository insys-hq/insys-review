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307592"/>
            <a:ext cx="6858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제안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290779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0352" y="3291840"/>
            <a:ext cx="548640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4381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6941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생산팀  |  2026년 7월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EL+DL vs PC 딥러닝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EL+DL vs PC 기반 딥러닝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개발자 관점 — 검사 복잡도에 따른 최적 구성 선택 가이드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493776"/>
          </a:xfrm>
          <a:prstGeom prst="roundRect">
            <a:avLst>
              <a:gd name="adj" fmla="val 12963"/>
            </a:avLst>
          </a:prstGeom>
          <a:solidFill>
            <a:srgbClr val="1B3A6B"/>
          </a:solidFill>
          <a:ln w="12700">
            <a:solidFill>
              <a:srgbClr val="2E5EA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78992"/>
            <a:ext cx="8046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💡  현재 사용 중인 스마트 카메라도 옵션에 따라 딥러닝(EL+DL)을 지원합니다. 검사 복잡도와 속도 요건에 따라 최적 구성이 달라집니다.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1682496"/>
            <a:ext cx="4114800" cy="3346704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1682496"/>
            <a:ext cx="4114800" cy="402336"/>
          </a:xfrm>
          <a:prstGeom prst="roundRect">
            <a:avLst>
              <a:gd name="adj" fmla="val 15909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682496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 EL + DL 옵션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93776" y="2176272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85216" y="2203704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간단한 외관검사에 효율적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85216" y="2404872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PC 없이 카메라 단독으로 딥러닝 검사 구성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설치·운영이 간편하고 비용 부담이 낮음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93776" y="2834640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85216" y="2862072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내부 CPU 처리 — 학습량 제한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5216" y="3063240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내장 CPU를 사용하므로 대용량 학습 데이터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적용이 어려워 디테일한 불량 유형 학습에 한계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93776" y="3493008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85216" y="3520440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복잡한 불량 검출 어려움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5216" y="3721608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부족으로 미세·복합 불량 등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경계가 모호한 유형은 검출 정확도가 떨어짐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93776" y="4151376"/>
            <a:ext cx="3858768" cy="566928"/>
          </a:xfrm>
          <a:prstGeom prst="roundRect">
            <a:avLst>
              <a:gd name="adj" fmla="val 1129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5216" y="4178808"/>
            <a:ext cx="3675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단순 검사 사이클 속도 유리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85216" y="4379976"/>
            <a:ext cx="3675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추론 연산이 가볍고 처리 지연이 적어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고속 라인의 단순 항목 검사에 적합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352544" y="2834640"/>
            <a:ext cx="530352" cy="5303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52544" y="28346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0" y="1682496"/>
            <a:ext cx="3749040" cy="3346704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029200" y="1682496"/>
            <a:ext cx="3749040" cy="402336"/>
          </a:xfrm>
          <a:prstGeom prst="roundRect">
            <a:avLst>
              <a:gd name="adj" fmla="val 15909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0" y="1682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 기반 딥러닝  ★ 제안 방식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157216" y="2176272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248656" y="22037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대용량 학습 데이터 적용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248656" y="240487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PC로 수천~수만 장 이미지 학습 가능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미세·복합·모호한 불량 유형까지 정밀 검출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157216" y="2834640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248656" y="2862072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디테일한 검사 구현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248656" y="3063240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 불량 유형을 고정밀로 학습·판별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안테나 외관검사 요건에 최적 대응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157216" y="3493008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5248656" y="3520440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상세 검사 시 추론 시간 증가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248656" y="3721608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복잡도가 높을수록 추론 시간이 길어짐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정밀도와 라인 속도의 균형 설계 필요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157216" y="4151376"/>
            <a:ext cx="3493008" cy="566928"/>
          </a:xfrm>
          <a:prstGeom prst="roundRect">
            <a:avLst>
              <a:gd name="adj" fmla="val 11290"/>
            </a:avLst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248656" y="4178808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확장성·유지보수 우수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248656" y="4379976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업데이트·추가 학습이 자유롭고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MES·바코드 등 외부 시스템 연동 용이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65760" y="4736592"/>
            <a:ext cx="8412480" cy="292608"/>
          </a:xfrm>
          <a:prstGeom prst="roundRect">
            <a:avLst>
              <a:gd name="adj" fmla="val 2187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473659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외관 항목은 스마트 카메라 EL+DL로 충분 — 미세·복합 불량 정밀 검사는 PC 기반 딥러닝이 적합 — 검사 항목·속도·정밀도의 균형을 현장 확인 후 결정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스캔부터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28800"/>
            <a:ext cx="3438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공정 작업자가 케이블 바코드를 검사기에 설치된 고정 스캐너로 스캔 후 지그에 투입합니다.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288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 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65760" y="3712464"/>
            <a:ext cx="8412480" cy="658368"/>
          </a:xfrm>
          <a:prstGeom prst="roundRect">
            <a:avLst>
              <a:gd name="adj" fmla="val 972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8640" y="3712464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90672" y="1078992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090672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200400" y="11338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00400" y="140817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090672" y="1847088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090672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0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00400" y="190195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200400" y="21762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090672" y="2615184"/>
            <a:ext cx="2578608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090672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0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200400" y="26700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200400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32704" y="1078992"/>
            <a:ext cx="3145536" cy="3493008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632704" y="1078992"/>
            <a:ext cx="3145536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32704" y="107899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760720" y="1554480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852160" y="1591056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852160" y="1792224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760720" y="2084832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852160" y="2121408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852160" y="2322576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760720" y="2615184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852160" y="2651760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52160" y="2852928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760720" y="3145536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852160" y="3182112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852160" y="3383280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760720" y="3675888"/>
            <a:ext cx="2889504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852160" y="3712464"/>
            <a:ext cx="2706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852160" y="3913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60704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3661" y="1216152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3661" y="12161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11480" y="170078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5488" y="199339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39112"/>
            <a:ext cx="15032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070202" y="1060704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60704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48102" y="1216152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48102" y="12161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115922" y="170078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79930" y="199339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039112"/>
            <a:ext cx="15032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774643" y="1060704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60704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52544" y="1216152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52544" y="12161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820363" y="170078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884371" y="199339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039112"/>
            <a:ext cx="15032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479085" y="1060704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60704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6986" y="1216152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56986" y="12161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524805" y="170078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588813" y="199339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039112"/>
            <a:ext cx="15032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7183526" y="1060704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60704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61427" y="1216152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61427" y="12161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229246" y="170078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293254" y="1993392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039112"/>
            <a:ext cx="15032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5760" y="2377440"/>
            <a:ext cx="2743200" cy="2692908"/>
          </a:xfrm>
          <a:prstGeom prst="roundRect">
            <a:avLst>
              <a:gd name="adj" fmla="val 2377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377440"/>
            <a:ext cx="2743200" cy="310896"/>
          </a:xfrm>
          <a:prstGeom prst="roundRect">
            <a:avLst>
              <a:gd name="adj" fmla="val 2058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3774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57200" y="2761488"/>
            <a:ext cx="2560320" cy="763524"/>
          </a:xfrm>
          <a:prstGeom prst="roundRect">
            <a:avLst>
              <a:gd name="adj" fmla="val 838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2816352"/>
            <a:ext cx="2414016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 (딥러닝 누적 학습)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57200" y="3579876"/>
            <a:ext cx="2560320" cy="763524"/>
          </a:xfrm>
          <a:prstGeom prst="roundRect">
            <a:avLst>
              <a:gd name="adj" fmla="val 838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634740"/>
            <a:ext cx="2414016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4398264"/>
            <a:ext cx="2560320" cy="763524"/>
          </a:xfrm>
          <a:prstGeom prst="roundRect">
            <a:avLst>
              <a:gd name="adj" fmla="val 8383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453128"/>
            <a:ext cx="2414016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00400" y="2377440"/>
            <a:ext cx="2743200" cy="2692908"/>
          </a:xfrm>
          <a:prstGeom prst="roundRect">
            <a:avLst>
              <a:gd name="adj" fmla="val 2377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377440"/>
            <a:ext cx="2743200" cy="310896"/>
          </a:xfrm>
          <a:prstGeom prst="roundRect">
            <a:avLst>
              <a:gd name="adj" fmla="val 2058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3774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3291840" y="2761488"/>
            <a:ext cx="2560320" cy="763524"/>
          </a:xfrm>
          <a:prstGeom prst="roundRect">
            <a:avLst>
              <a:gd name="adj" fmla="val 838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2816352"/>
            <a:ext cx="2414016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291840" y="3579876"/>
            <a:ext cx="2560320" cy="763524"/>
          </a:xfrm>
          <a:prstGeom prst="roundRect">
            <a:avLst>
              <a:gd name="adj" fmla="val 838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634740"/>
            <a:ext cx="2414016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291840" y="4398264"/>
            <a:ext cx="2560320" cy="763524"/>
          </a:xfrm>
          <a:prstGeom prst="roundRect">
            <a:avLst>
              <a:gd name="adj" fmla="val 8383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453128"/>
            <a:ext cx="2414016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035040" y="2377440"/>
            <a:ext cx="2743200" cy="2692908"/>
          </a:xfrm>
          <a:prstGeom prst="roundRect">
            <a:avLst>
              <a:gd name="adj" fmla="val 237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377440"/>
            <a:ext cx="2743200" cy="310896"/>
          </a:xfrm>
          <a:prstGeom prst="roundRect">
            <a:avLst>
              <a:gd name="adj" fmla="val 2058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3774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6126480" y="2761488"/>
            <a:ext cx="2560320" cy="763524"/>
          </a:xfrm>
          <a:prstGeom prst="roundRect">
            <a:avLst>
              <a:gd name="adj" fmla="val 838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2816352"/>
            <a:ext cx="2414016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126480" y="3579876"/>
            <a:ext cx="2560320" cy="763524"/>
          </a:xfrm>
          <a:prstGeom prst="roundRect">
            <a:avLst>
              <a:gd name="adj" fmla="val 838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634740"/>
            <a:ext cx="2414016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 데이터 확보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126480" y="4398264"/>
            <a:ext cx="2560320" cy="763524"/>
          </a:xfrm>
          <a:prstGeom prst="roundRect">
            <a:avLst>
              <a:gd name="adj" fmla="val 8383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453128"/>
            <a:ext cx="2414016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생산팀의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2026-07-16T00:41:48Z</dcterms:created>
  <dcterms:modified xsi:type="dcterms:W3CDTF">2026-07-16T00:41:48Z</dcterms:modified>
</cp:coreProperties>
</file>