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생산팀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288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 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658368"/>
          </a:xfrm>
          <a:prstGeom prst="roundRect">
            <a:avLst>
              <a:gd name="adj" fmla="val 972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90672" y="1078992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90672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00400" y="1133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00400" y="1408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090672" y="1847088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090672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0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0" y="1901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200400" y="21762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090672" y="2615184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090672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20040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00400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32704" y="1078992"/>
            <a:ext cx="3145536" cy="3493008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632704" y="1078992"/>
            <a:ext cx="3145536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32704" y="107899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760720" y="1554480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852160" y="1591056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852160" y="1792224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760720" y="2084832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852160" y="2121408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852160" y="23225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760720" y="2615184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852160" y="265176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52160" y="2852928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760720" y="3145536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852160" y="3182112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852160" y="3383280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760720" y="3675888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852160" y="3712464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852160" y="3913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5373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5373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29814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29814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15922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34256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820363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38698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38698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24805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43139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43139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29246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432304"/>
            <a:ext cx="2743200" cy="217627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432304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2834640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88036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3401568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447288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3968496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014216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0" y="2432304"/>
            <a:ext cx="2743200" cy="217627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432304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291840" y="2834640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88036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91840" y="3401568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447288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3968496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014216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035040" y="2432304"/>
            <a:ext cx="2743200" cy="217627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432304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126480" y="2834640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88036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26480" y="3401568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447288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26480" y="3968496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014216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생산팀의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2026-07-16T00:31:25Z</dcterms:created>
  <dcterms:modified xsi:type="dcterms:W3CDTF">2026-07-16T00:31:25Z</dcterms:modified>
</cp:coreProperties>
</file>