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딥러닝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기반 딥러닝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관점 — 검사 복잡도에 따른 최적 구성 선택 가이드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493776"/>
          </a:xfrm>
          <a:prstGeom prst="roundRect">
            <a:avLst>
              <a:gd name="adj" fmla="val 12963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현재 사용 중인 스마트 카메라도 옵션에 따라 딥러닝(EL+DL)을 지원합니다. 검사 복잡도와 속도 요건에 따라 최적 구성이 달라집니다.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82496"/>
            <a:ext cx="411480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82496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824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 EL + DL 옵션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" y="2176272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" y="220370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간단한 외관검사에 효율적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85216" y="24048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PC 없이 카메라 단독으로 딥러닝 검사 구성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설치·운영이 간편하고 비용 부담이 낮음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3776" y="2834640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" y="2862072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내부 CPU 처리 — 학습량 제한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" y="306324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내장 CPU를 사용하므로 대용량 학습 데이터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적용이 어려워 디테일한 불량 유형 학습에 한계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3776" y="3493008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" y="3520440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복잡한 불량 검출 어려움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372160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부족으로 미세·복합 불량 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경계가 모호한 유형은 검출 정확도가 떨어짐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93776" y="4151376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5216" y="4178808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단순 검사 사이클 속도 유리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5216" y="437997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연산이 가볍고 처리 지연이 적어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고속 라인의 단순 항목 검사에 적합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352544" y="2834640"/>
            <a:ext cx="530352" cy="5303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682496"/>
            <a:ext cx="374904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168249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1682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기반 딥러닝  ★ 제안 방식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57216" y="2176272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248656" y="22037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대용량 학습 데이터 적용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48656" y="240487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PC로 수천~수만 장 이미지 학습 가능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미세·복합·모호한 불량 유형까지 정밀 검출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57216" y="2834640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48656" y="286207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디테일한 검사 구현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48656" y="306324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불량 유형을 고정밀로 학습·판별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안테나 외관검사 요건에 최적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57216" y="3493008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35204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상세 검사 시 추론 시간 증가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48656" y="37216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복잡도가 높을수록 추론 시간이 길어짐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정밀도와 라인 속도의 균형 설계 필요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157216" y="4151376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417880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확장성·유지보수 우수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48656" y="4379976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업데이트·추가 학습이 자유롭고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MES·바코드 등 외부 시스템 연동 용이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736592"/>
            <a:ext cx="8412480" cy="292608"/>
          </a:xfrm>
          <a:prstGeom prst="roundRect">
            <a:avLst>
              <a:gd name="adj" fmla="val 2187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외관 항목은 스마트 카메라 EL+DL로 충분 — 미세·복합 불량 정밀 검사는 PC 기반 딥러닝이 적합 — 검사 항목·속도·정밀도의 균형을 현장 확인 후 결정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7699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 현장 검사 이력(불량 유형, 판정 결과, 이미지)을 제공해 주시면 초기 학습 정확도를 높이고 도입 기간을 단축할 수 있습니다.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217920" y="4334256"/>
            <a:ext cx="2487168" cy="621792"/>
          </a:xfrm>
          <a:prstGeom prst="roundRect">
            <a:avLst>
              <a:gd name="adj" fmla="val 10294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29107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291072" y="45537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이미지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판정 이력  | 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4517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4517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8958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38958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15922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400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4340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20363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47842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4784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24805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52283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2283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9246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542032"/>
            <a:ext cx="2743200" cy="2546604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542032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57200" y="2926080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980944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659124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13988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392168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7032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542032"/>
            <a:ext cx="2743200" cy="2546604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542032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291840" y="2926080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980944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659124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13988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392168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7032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542032"/>
            <a:ext cx="2743200" cy="2546604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542032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126480" y="2926080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980944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659124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13988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4392168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7032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2026-07-17T06:25:05Z</dcterms:created>
  <dcterms:modified xsi:type="dcterms:W3CDTF">2026-07-17T06:25:05Z</dcterms:modified>
</cp:coreProperties>
</file>