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0759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제안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290779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0352" y="3291840"/>
            <a:ext cx="548640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4381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694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 |  2026년 7월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7229" y="438912"/>
            <a:ext cx="702945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097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1949" y="1188720"/>
            <a:ext cx="402336" cy="40233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1949" y="1188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1682496"/>
            <a:ext cx="15032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75488" y="1956816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02536"/>
            <a:ext cx="1503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097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66390" y="1188720"/>
            <a:ext cx="402336" cy="40233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66390" y="1188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115922" y="1682496"/>
            <a:ext cx="15032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179930" y="1956816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002536"/>
            <a:ext cx="1503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097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1188720"/>
            <a:ext cx="402336" cy="40233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1188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820363" y="1682496"/>
            <a:ext cx="15032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884371" y="1956816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002536"/>
            <a:ext cx="1503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097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75274" y="1188720"/>
            <a:ext cx="402336" cy="40233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75274" y="1188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524805" y="1682496"/>
            <a:ext cx="15032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588813" y="1956816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002536"/>
            <a:ext cx="1503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097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79715" y="1188720"/>
            <a:ext cx="402336" cy="40233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9715" y="1188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229246" y="1682496"/>
            <a:ext cx="15032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293254" y="1956816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002536"/>
            <a:ext cx="1503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365760" y="2212848"/>
            <a:ext cx="2743200" cy="288493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212848"/>
            <a:ext cx="2743200" cy="329184"/>
          </a:xfrm>
          <a:prstGeom prst="roundRect">
            <a:avLst>
              <a:gd name="adj" fmla="val 19444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21284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2587752"/>
            <a:ext cx="2560320" cy="809244"/>
          </a:xfrm>
          <a:prstGeom prst="roundRect">
            <a:avLst>
              <a:gd name="adj" fmla="val 791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2624328"/>
            <a:ext cx="2414016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(딥러닝 누적 학습)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3433572"/>
            <a:ext cx="2560320" cy="809244"/>
          </a:xfrm>
          <a:prstGeom prst="roundRect">
            <a:avLst>
              <a:gd name="adj" fmla="val 791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470148"/>
            <a:ext cx="2414016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57200" y="4279392"/>
            <a:ext cx="2560320" cy="809244"/>
          </a:xfrm>
          <a:prstGeom prst="roundRect">
            <a:avLst>
              <a:gd name="adj" fmla="val 791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315968"/>
            <a:ext cx="2414016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200400" y="2212848"/>
            <a:ext cx="2743200" cy="288493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212848"/>
            <a:ext cx="2743200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21284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291840" y="2587752"/>
            <a:ext cx="2560320" cy="809244"/>
          </a:xfrm>
          <a:prstGeom prst="roundRect">
            <a:avLst>
              <a:gd name="adj" fmla="val 791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2624328"/>
            <a:ext cx="2414016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91840" y="3433572"/>
            <a:ext cx="2560320" cy="809244"/>
          </a:xfrm>
          <a:prstGeom prst="roundRect">
            <a:avLst>
              <a:gd name="adj" fmla="val 791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470148"/>
            <a:ext cx="2414016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291840" y="4279392"/>
            <a:ext cx="2560320" cy="809244"/>
          </a:xfrm>
          <a:prstGeom prst="roundRect">
            <a:avLst>
              <a:gd name="adj" fmla="val 791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315968"/>
            <a:ext cx="2414016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035040" y="2212848"/>
            <a:ext cx="2743200" cy="288493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212848"/>
            <a:ext cx="2743200" cy="329184"/>
          </a:xfrm>
          <a:prstGeom prst="roundRect">
            <a:avLst>
              <a:gd name="adj" fmla="val 19444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21284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126480" y="2587752"/>
            <a:ext cx="2560320" cy="809244"/>
          </a:xfrm>
          <a:prstGeom prst="roundRect">
            <a:avLst>
              <a:gd name="adj" fmla="val 791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2624328"/>
            <a:ext cx="2414016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6126480" y="3433572"/>
            <a:ext cx="2560320" cy="809244"/>
          </a:xfrm>
          <a:prstGeom prst="roundRect">
            <a:avLst>
              <a:gd name="adj" fmla="val 791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470148"/>
            <a:ext cx="2414016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확보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6126480" y="4279392"/>
            <a:ext cx="2560320" cy="809244"/>
          </a:xfrm>
          <a:prstGeom prst="roundRect">
            <a:avLst>
              <a:gd name="adj" fmla="val 791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315968"/>
            <a:ext cx="2414016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2026-07-17T08:59:31Z</dcterms:created>
  <dcterms:modified xsi:type="dcterms:W3CDTF">2026-07-17T08:59:31Z</dcterms:modified>
</cp:coreProperties>
</file>