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생산팀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딥러닝 + 돔조명 조합인가?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돔조명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돔조명 — 반사·음영 제거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긁힘·핀홀·광택 이상까지 가시화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확산광으로 변화 영향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078224" y="3657600"/>
            <a:ext cx="464515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돔조명은 빛을 사방에서 균일하게 확산시켜 반사·음영을 제거합니다.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표면의 미세 긁힘·핀홀·광택 이상이 또렷하게 드러나 딥러닝 학습 정확도를 극대화합니다.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288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 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658368"/>
          </a:xfrm>
          <a:prstGeom prst="roundRect">
            <a:avLst>
              <a:gd name="adj" fmla="val 972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90672" y="1078992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90672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00400" y="1133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00400" y="1408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090672" y="1847088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090672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0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0" y="1901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200400" y="21762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090672" y="2615184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090672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20040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00400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32704" y="1078992"/>
            <a:ext cx="3145536" cy="3493008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632704" y="1078992"/>
            <a:ext cx="3145536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32704" y="107899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760720" y="1554480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852160" y="1591056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852160" y="1792224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760720" y="2084832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852160" y="2121408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852160" y="23225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760720" y="2615184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852160" y="265176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52160" y="2852928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760720" y="3145536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852160" y="3182112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852160" y="3383280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760720" y="3675888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852160" y="3712464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852160" y="3913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8288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8797" y="1298448"/>
            <a:ext cx="548640" cy="5486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8797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20624" y="1938528"/>
            <a:ext cx="14849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93776" y="2322576"/>
            <a:ext cx="133868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377440"/>
            <a:ext cx="148498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8288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93238" y="1298448"/>
            <a:ext cx="548640" cy="5486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93238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25066" y="1938528"/>
            <a:ext cx="14849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198218" y="2322576"/>
            <a:ext cx="133868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25066" y="2377440"/>
            <a:ext cx="148498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8288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97680" y="1298448"/>
            <a:ext cx="548640" cy="5486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9507" y="1938528"/>
            <a:ext cx="14849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902659" y="2322576"/>
            <a:ext cx="133868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9507" y="2377440"/>
            <a:ext cx="148498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8288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02122" y="1298448"/>
            <a:ext cx="548640" cy="5486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02122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33949" y="1938528"/>
            <a:ext cx="14849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07101" y="2322576"/>
            <a:ext cx="133868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33949" y="2377440"/>
            <a:ext cx="148498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8288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06563" y="1298448"/>
            <a:ext cx="548640" cy="5486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06563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38390" y="1938528"/>
            <a:ext cx="14849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11542" y="2322576"/>
            <a:ext cx="133868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38390" y="2377440"/>
            <a:ext cx="148498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2633472"/>
            <a:ext cx="274320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633472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63347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530352"/>
          </a:xfrm>
          <a:prstGeom prst="roundRect">
            <a:avLst>
              <a:gd name="adj" fmla="val 1206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127248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3694176"/>
            <a:ext cx="2560320" cy="530352"/>
          </a:xfrm>
          <a:prstGeom prst="roundRect">
            <a:avLst>
              <a:gd name="adj" fmla="val 1206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49040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4315968"/>
            <a:ext cx="2560320" cy="530352"/>
          </a:xfrm>
          <a:prstGeom prst="roundRect">
            <a:avLst>
              <a:gd name="adj" fmla="val 1206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370832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0" y="2633472"/>
            <a:ext cx="274320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633472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63347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530352"/>
          </a:xfrm>
          <a:prstGeom prst="roundRect">
            <a:avLst>
              <a:gd name="adj" fmla="val 12069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127248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91840" y="3694176"/>
            <a:ext cx="2560320" cy="530352"/>
          </a:xfrm>
          <a:prstGeom prst="roundRect">
            <a:avLst>
              <a:gd name="adj" fmla="val 12069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49040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4315968"/>
            <a:ext cx="2560320" cy="530352"/>
          </a:xfrm>
          <a:prstGeom prst="roundRect">
            <a:avLst>
              <a:gd name="adj" fmla="val 12069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370832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035040" y="2633472"/>
            <a:ext cx="274320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633472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63347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530352"/>
          </a:xfrm>
          <a:prstGeom prst="roundRect">
            <a:avLst>
              <a:gd name="adj" fmla="val 1206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127248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26480" y="3694176"/>
            <a:ext cx="2560320" cy="530352"/>
          </a:xfrm>
          <a:prstGeom prst="roundRect">
            <a:avLst>
              <a:gd name="adj" fmla="val 1206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49040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26480" y="4315968"/>
            <a:ext cx="2560320" cy="530352"/>
          </a:xfrm>
          <a:prstGeom prst="roundRect">
            <a:avLst>
              <a:gd name="adj" fmla="val 1206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370832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생산팀의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2026-07-15T00:36:24Z</dcterms:created>
  <dcterms:modified xsi:type="dcterms:W3CDTF">2026-07-15T00:36:24Z</dcterms:modified>
</cp:coreProperties>
</file>