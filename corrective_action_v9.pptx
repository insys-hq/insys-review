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9016" y="16459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9957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9957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29184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3072384"/>
            <a:ext cx="10067544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3273552"/>
            <a:ext cx="10067544" cy="1828800"/>
          </a:xfrm>
          <a:prstGeom prst="rect">
            <a:avLst/>
          </a:prstGeom>
          <a:solidFill>
            <a:srgbClr val="E0F5FA"/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73552"/>
            <a:ext cx="91440" cy="182880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 품목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639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" y="4206240"/>
            <a:ext cx="9683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 내부 심사  ·  2026년 7월 9일  ·  외관 검사항목 누락 지적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5340096"/>
            <a:ext cx="10067544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5340096"/>
            <a:ext cx="73152" cy="7863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4681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63256" y="54681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9532" y="841248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5" name="Text 13"/>
          <p:cNvSpPr/>
          <p:nvPr/>
        </p:nvSpPr>
        <p:spPr>
          <a:xfrm>
            <a:off x="5399532" y="841248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5916" y="9692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5916" y="135331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24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24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99532" y="4027932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5" name="Text 23"/>
          <p:cNvSpPr/>
          <p:nvPr/>
        </p:nvSpPr>
        <p:spPr>
          <a:xfrm>
            <a:off x="5399532" y="4027932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85916" y="4155948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85916" y="453999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560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424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424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9532" y="7214616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5" name="Text 33"/>
          <p:cNvSpPr/>
          <p:nvPr/>
        </p:nvSpPr>
        <p:spPr>
          <a:xfrm>
            <a:off x="5399532" y="7214616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5916" y="734263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85916" y="7726680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560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0" name="Text 38"/>
          <p:cNvSpPr/>
          <p:nvPr/>
        </p:nvSpPr>
        <p:spPr>
          <a:xfrm>
            <a:off x="2560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424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424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(7~8월)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99532" y="10401300"/>
            <a:ext cx="5088636" cy="31135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5" name="Text 43"/>
          <p:cNvSpPr/>
          <p:nvPr/>
        </p:nvSpPr>
        <p:spPr>
          <a:xfrm>
            <a:off x="5399532" y="10401300"/>
            <a:ext cx="658368" cy="3113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85916" y="10529316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185916" y="10913364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  ·  A3C0056420000 Connector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3474720" cy="6373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207008"/>
            <a:ext cx="321868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298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64208" y="129844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1865376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64208" y="210312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670048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64208" y="290779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74720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7124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64208" y="37124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279392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517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64208" y="451713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5084064"/>
            <a:ext cx="3218688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5321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64208" y="5321808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22192" y="804672"/>
            <a:ext cx="6647688" cy="6373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0208" y="896112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50208" y="1207008"/>
            <a:ext cx="6391656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3822192" y="1298448"/>
            <a:ext cx="6647688" cy="2875788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22192" y="1298448"/>
            <a:ext cx="73152" cy="28757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986784" y="1389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86784" y="1627632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미인지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86784" y="1975104"/>
            <a:ext cx="6318504" cy="196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22192" y="4283964"/>
            <a:ext cx="6647688" cy="2875788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22192" y="4283964"/>
            <a:ext cx="73152" cy="28757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3986784" y="437540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986784" y="4613148"/>
            <a:ext cx="6318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86784" y="4960620"/>
            <a:ext cx="6318504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 :  개선품 리비전으로 구버전 기준서가 미갱신된 상태에서 입고 부재로 인해 점검 기회를 놓쳐 누락됨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3973068"/>
            <a:ext cx="9884664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473327" y="3808476"/>
            <a:ext cx="329184" cy="329184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210812"/>
            <a:ext cx="2288286" cy="329184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(외관 항목 누락 상태)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44493" y="380847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873502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64942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4942" y="4210812"/>
            <a:ext cx="2288286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001518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38094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출시·신규 기준서 등록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입고 중단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64942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8094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15659" y="3808476"/>
            <a:ext cx="329184" cy="32918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6" name="Text 24"/>
          <p:cNvSpPr/>
          <p:nvPr/>
        </p:nvSpPr>
        <p:spPr>
          <a:xfrm>
            <a:off x="5344668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6108" y="4210812"/>
            <a:ext cx="2288286" cy="263804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6108" y="4210812"/>
            <a:ext cx="2288286" cy="3291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5472684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09260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열람 기회 없음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→ 누락 방치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36108" y="841248"/>
            <a:ext cx="2288286" cy="27477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9260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86825" y="3808476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815834" y="3461004"/>
            <a:ext cx="2471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07274" y="4210812"/>
            <a:ext cx="2288286" cy="2638044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7274" y="4210812"/>
            <a:ext cx="2288286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7943850" y="4210812"/>
            <a:ext cx="22151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80426" y="4613148"/>
            <a:ext cx="2141982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항목 누락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및 공식 지적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07274" y="841248"/>
            <a:ext cx="2288286" cy="27477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80426" y="914400"/>
            <a:ext cx="2141982" cy="260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 :  검사기준서 외관 항목 누락 상태에서 절차 미준수로 검사 진행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5061204" cy="5678424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5061204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1682496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제공 기준서 내 외관 검사항목이 누락된 상태로 SQM팀에 등록됨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3416808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 외관 항목이 업데이트되지 않음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5151120"/>
            <a:ext cx="45720" cy="16245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72100" y="1170432"/>
            <a:ext cx="5061204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72100" y="1170432"/>
            <a:ext cx="5061204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5463540" y="1225296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6354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11012" y="1225296"/>
            <a:ext cx="4494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54980" y="1682496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682996" y="1645920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54980" y="3416808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5682996" y="3380232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54980" y="5151120"/>
            <a:ext cx="45720" cy="16245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5682996" y="5114544"/>
            <a:ext cx="4604004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직접 원인은 절차적 미준수와 기준서 완전성 검증 부재가 복합적으로 작용한 결과입니다.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0177272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04672"/>
            <a:ext cx="10049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 :  입고 빈도 기반 관리 체계의 구조적 한계 및 기록 프로세스 부재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3355848" cy="5678424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170432"/>
            <a:ext cx="3355848" cy="5120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184708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없는 자재는 실물 검사 기회가 없어 기준서 점검 주기에서 자동 제외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438454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실제 입고 품목 위주로 확인되어 미입고 품목은 사실상 사각지대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66744" y="1170432"/>
            <a:ext cx="3355848" cy="5678424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66744" y="1170432"/>
            <a:ext cx="3355848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776472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13048" y="184708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050792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13048" y="4384548"/>
            <a:ext cx="164592" cy="16459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050792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 없어 미처리 건 누적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77456" y="1170432"/>
            <a:ext cx="3355848" cy="5678424"/>
          </a:xfrm>
          <a:prstGeom prst="rect">
            <a:avLst/>
          </a:prstGeom>
          <a:solidFill>
            <a:srgbClr val="E0F5FA"/>
          </a:solidFill>
          <a:ln w="15240">
            <a:solidFill>
              <a:srgbClr val="007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7456" y="1170432"/>
            <a:ext cx="3355848" cy="512064"/>
          </a:xfrm>
          <a:prstGeom prst="rect">
            <a:avLst/>
          </a:prstGeom>
          <a:solidFill>
            <a:srgbClr val="007A93"/>
          </a:solidFill>
          <a:ln/>
        </p:spPr>
      </p:sp>
      <p:sp>
        <p:nvSpPr>
          <p:cNvPr id="28" name="Text 26"/>
          <p:cNvSpPr/>
          <p:nvPr/>
        </p:nvSpPr>
        <p:spPr>
          <a:xfrm>
            <a:off x="7187184" y="122529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87184" y="146304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3760" y="184708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1" name="Text 29"/>
          <p:cNvSpPr/>
          <p:nvPr/>
        </p:nvSpPr>
        <p:spPr>
          <a:xfrm>
            <a:off x="7461504" y="181051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384548"/>
            <a:ext cx="164592" cy="164592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7461504" y="4347972"/>
            <a:ext cx="2843784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세 가지 원인이 복합 작용하여 누락이 탐지되지 않는 구조적 취약점을 형성하였습니다.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80467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804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804672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804672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11338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16744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16744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12070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확인 완료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0176" y="11338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79792" y="11338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778240" y="16927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16927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25626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1032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1032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26357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0176" y="25626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79792" y="25626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78240" y="31215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1215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991356"/>
            <a:ext cx="10177272" cy="139217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53199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53199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406450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단종·리비전 이전 품목 포함 전체 기준서 분기 1회 정기 점검 실시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0176" y="399135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79792" y="399135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455028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455028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5420106"/>
            <a:ext cx="10177272" cy="139217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5960745"/>
            <a:ext cx="1261872" cy="310896"/>
          </a:xfrm>
          <a:prstGeom prst="roundRect">
            <a:avLst>
              <a:gd name="adj" fmla="val 11765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5960745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901952" y="5493258"/>
            <a:ext cx="3968496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확인·조치 이력 서면 기록·보존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점검 결과 SQM팀 정기 보고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80176" y="5420106"/>
            <a:ext cx="1463040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79792" y="5420106"/>
            <a:ext cx="1170432" cy="1392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778240" y="5979033"/>
            <a:ext cx="1572768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78240" y="597903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 :  기준서 이상 감지  →  담당자 서면 요청  →  기준서 업데이트  →  확인 및 완료 보고  →  이력 기록 보존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5042916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—  현행 문제 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133856"/>
            <a:ext cx="5042916" cy="9707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2141220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3148584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6032" y="4155948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6032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56032" y="5163312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 · 기록 없음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" y="6170676"/>
            <a:ext cx="5042916" cy="9707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317236" y="2619756"/>
            <a:ext cx="54864" cy="2743200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5280660" y="3717036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90388" y="804672"/>
            <a:ext cx="5042916" cy="32918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5500116" y="804672"/>
            <a:ext cx="48966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—  개선 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0388" y="113385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6692" y="113385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분기 1회 정기 점검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90388" y="2104644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90388" y="2141220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6692" y="2141220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기준서 동시 점검 의무화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90388" y="3112008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90388" y="3148584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6692" y="3148584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390388" y="4119372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90388" y="4155948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6692" y="4155948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여부 확인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90388" y="5126736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90388" y="5163312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6692" y="5163312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 · 보존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390388" y="6134100"/>
            <a:ext cx="504291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90388" y="6170676"/>
            <a:ext cx="5042916" cy="9707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6692" y="6170676"/>
            <a:ext cx="4823460" cy="970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분기 점검 결과 SQM팀 정기 보고 체계 운영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10634472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10634472" cy="65836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9774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457200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2~4주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80467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1~2주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804672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3~4주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4656" y="8046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804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113385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13385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보완·확인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131673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34656" y="113385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9408" y="155356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155356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284171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284171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467051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34656" y="2284171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979408" y="270388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9408" y="270388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3434486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34486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3617366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3617366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34656" y="3434486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979408" y="385419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79408" y="38541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584802"/>
            <a:ext cx="10177272" cy="1113739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584802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4767682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4767682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34656" y="4584802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79408" y="5004511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9408" y="500451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56032" y="5735117"/>
            <a:ext cx="10177272" cy="1113739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" y="5735117"/>
            <a:ext cx="1755648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정기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체계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7" name="Text 55"/>
          <p:cNvSpPr/>
          <p:nvPr/>
        </p:nvSpPr>
        <p:spPr>
          <a:xfrm>
            <a:off x="4206240" y="5917997"/>
            <a:ext cx="1664208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9" name="Text 57"/>
          <p:cNvSpPr/>
          <p:nvPr/>
        </p:nvSpPr>
        <p:spPr>
          <a:xfrm>
            <a:off x="6126480" y="5917997"/>
            <a:ext cx="1261872" cy="747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34656" y="5735117"/>
            <a:ext cx="1316736" cy="1113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979408" y="615482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79408" y="615482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6032" y="6903720"/>
            <a:ext cx="101772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6903720"/>
            <a:ext cx="10049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31일  ·  분기 점검 결과는 매 분기 말 SQM팀에 정기 보고 예정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6" name="Text 64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756208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0"/>
            <a:ext cx="1050645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01168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950976"/>
            <a:ext cx="10140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743200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627632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" y="16093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9264" y="1627632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946654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" y="292836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92836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946654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누락 확인 및 조치는 서면으로 기록하여 추적 가능한 체계를 유지하겠습니다.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265676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" y="424738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42473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4265676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동시에 점검하는 절차를 준수하겠습니다.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5584698"/>
            <a:ext cx="45720" cy="113614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" y="556641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556641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" y="5584698"/>
            <a:ext cx="9354312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286000" y="6629400"/>
            <a:ext cx="6117336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6629400"/>
            <a:ext cx="64008" cy="60350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6" name="Text 24"/>
          <p:cNvSpPr/>
          <p:nvPr/>
        </p:nvSpPr>
        <p:spPr>
          <a:xfrm>
            <a:off x="2450592" y="6629400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담당: 김종선 대리  ·  2026. 7. 31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92608" y="7232904"/>
            <a:ext cx="101041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7251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77656" y="7251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158984" y="1188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58984" y="118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2026-07-31T02:27:53Z</dcterms:created>
  <dcterms:modified xsi:type="dcterms:W3CDTF">2026-07-31T02:27:53Z</dcterms:modified>
</cp:coreProperties>
</file>